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Detecção de Uso de EPI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 i="0">
                <a:solidFill>
                  <a:srgbClr val="CDD8E2"/>
                </a:solidFill>
                <a:latin typeface="Calibri"/>
              </a:rPr>
              <a:t>em Ambiente Simples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Visão computacional em tempo real para verificar o uso de capacete e colete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Equipe Ctrl+C, Ctrl+V e Fé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CDD8E2"/>
                </a:solidFill>
                <a:latin typeface="Calibri"/>
              </a:rPr>
              <a:t>Lucas Rodrigues Teixeira  ·  Pedro Henrique Garcez Silva  ·  Roberto Sene Azevedo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9AADC0"/>
                </a:solidFill>
                <a:latin typeface="Calibri"/>
              </a:rPr>
              <a:t>ESZA019 — Visão Computacional · UFABC 2026.2 · Prof. Celso Setsuo Kurashima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DD8E2"/>
                </a:solidFill>
                <a:latin typeface="Calibri"/>
              </a:rP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O problema e o objetivo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A solução: pipeline de deep learning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Metodologia: calibração + dataset + treino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O sistema funcionando (resultado prático)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Métricas e validação com voluntários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Conclusão, limitações e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ESZA019 — Visão Computacional · Trabalho Final · Equipe Ctrl+C, Ctrl+V e Fé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DD8E2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problema e o 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A fiscalização do uso de EPI é manual e intermitente — sujeita a falhas e sem registro objetivo.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Objetivo: verificar automaticamente, em tempo real, o uso de capacete e colete na entrada de uma área.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A câmera sinaliza CONFORME ou NÃO CONFORME.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Escopo 'ambiente simples': uma pessoa por vez, câmera fixa e calibrada, boa iluminação.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Motivação: dor real levantada nas entrevistas empáticas (Etapas 1–2).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ESZA019 — Visão Computacional · Trabalho Final · Equipe Ctrl+C, Ctrl+V e Fé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DD8E2"/>
                </a:solidFill>
                <a:latin typeface="Calibri"/>
              </a:rPr>
              <a:t>A SOLUÇÃO —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Como funciona (pipeline)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8883" y="1965960"/>
            <a:ext cx="1965960" cy="1051560"/>
          </a:xfrm>
          <a:prstGeom prst="round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Câmera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2644843" y="2464308"/>
            <a:ext cx="236032" cy="54864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90875" y="1965960"/>
            <a:ext cx="1965960" cy="1051560"/>
          </a:xfrm>
          <a:prstGeom prst="round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Calibração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6835" y="2464308"/>
            <a:ext cx="236032" cy="54864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12867" y="1965960"/>
            <a:ext cx="1965960" cy="10515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YOLOv8
(CNN)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8827" y="2464308"/>
            <a:ext cx="236032" cy="54864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34859" y="1965960"/>
            <a:ext cx="1965960" cy="1051560"/>
          </a:xfrm>
          <a:prstGeom prst="round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Associação
EPI↔pessoa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10819" y="2464308"/>
            <a:ext cx="236032" cy="54864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56851" y="1965960"/>
            <a:ext cx="1965960" cy="1051560"/>
          </a:xfrm>
          <a:prstGeom prst="roundRect">
            <a:avLst/>
          </a:prstGeom>
          <a:solidFill>
            <a:srgbClr val="1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Decisão
temporal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Detector YOLOv8 (CNN) treinado para pessoa, capacete e colete; roda sobre a imagem calibrada.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Associação por sobreposição (IoU): capacete na cabeça, colete no tronco.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Rastreamento + decisão temporal (confirmada em N quadros) estabilizam o resultado.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Calibração de câmera obrigatória (Requisito A), reaproveitada dos Laboratórios 4 e 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ESZA019 — Visão Computacional · Trabalho Final · Equipe Ctrl+C, Ctrl+V e Fé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DD8E2"/>
                </a:solidFill>
                <a:latin typeface="Calibri"/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Calibração, dados e treino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1920240"/>
          </a:xfrm>
          <a:prstGeom prst="roundRect">
            <a:avLst/>
          </a:prstGeom>
          <a:solidFill>
            <a:srgbClr val="1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DD8E2"/>
                </a:solidFill>
                <a:latin typeface="Calibri"/>
              </a:rPr>
              <a:t>Calibração da câmera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0,127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DD8E2"/>
                </a:solidFill>
                <a:latin typeface="Calibri"/>
              </a:rPr>
              <a:t>erro de reprojeção (15 imagens)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83080"/>
            <a:ext cx="7040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Método do tabuleiro de xadrez (Labs 4–5): matriz K e coeficientes de distorção.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Cada quadro é corrigido (undistort) ANTES da detecção.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Dataset: classes pessoa, capacete e colete (formato YOLO).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Treino: transfer learning do YOLOv8n em dataset público de EPI, no Colab com GPU.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Decisão prioriza alta revocação para 'NÃO CONFORME' (segurança).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ESZA019 — Visão Computacional · Trabalho Final · Equipe Ctrl+C, Ctrl+V e Fé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DD8E2"/>
                </a:solidFill>
                <a:latin typeface="Calibri"/>
              </a:rPr>
              <a:t>RESULTADO PRÁTICO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sistema funcionando</a:t>
            </a:r>
          </a:p>
        </p:txBody>
      </p:sp>
      <p:pic>
        <p:nvPicPr>
          <p:cNvPr id="6" name="Picture 5" descr="frame_ses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6083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89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Calibri"/>
              </a:rPr>
              <a:t>Quadro real da sessão gravada (sessao_epi.mp4)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Detecta a pessoa e sinaliza o EPI ausente em tempo real.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No quadro: 'NÃO CONFORME' e 'sem capacete'.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Desempenho: ~8 FPS em CPU (sem GPU) — suficiente para o cenário.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Latência ~125 ms/quadro; otimizável com GPU/modelo leve.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Vídeo completo na pasta do trabalho.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ESZA019 — Visão Computacional · Trabalho Final · Equipe Ctrl+C, Ctrl+V e Fé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DD8E2"/>
                </a:solidFill>
                <a:latin typeface="Calibri"/>
              </a:rPr>
              <a:t>VALIDAÇÃO COM USUÁRIOS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Métricas e usabilidade</a:t>
            </a:r>
          </a:p>
        </p:txBody>
      </p:sp>
      <p:pic>
        <p:nvPicPr>
          <p:cNvPr id="6" name="Picture 5" descr="analise_sus_respond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669280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7830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3A5B"/>
                </a:solidFill>
                <a:latin typeface="Calibri"/>
              </a:rPr>
              <a:t>SUS médio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4884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C0392B"/>
                </a:solidFill>
                <a:latin typeface="Calibri"/>
              </a:rPr>
              <a:t>≈ 84 /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9718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8 voluntários · 68 = bom · 95 sem 2 fichas atípicas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4747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Consenso: fácil de usar, rápido e objetivo claramente compreendido.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mAP do detector e matriz de confusão: a medir com avaliar_metricas.py.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FPS/latência: ~8 FPS em CPU.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ESZA019 — Visão Computacional · Trabalho Final · Equipe Ctrl+C, Ctrl+V e Fé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DD8E2"/>
                </a:solidFill>
                <a:latin typeface="Calibri"/>
              </a:rPr>
              <a:t>VOZ DO USUÁRIO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Feedback dos voluntários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Mais elogiado: a velocidade da detecção; confirmaram que o modelo reconheceu os EPIs.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Todos descreveram corretamente o objetivo do sistema — interface autoexplicativa.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Testaram os quatro casos: com ambos, só colete, só capacete e sem nenhum.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Sugestões: aumentar a velocidade, adicionar interface gráfica e realçar a avaliação parcial (qual EPI falta).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Amostra pequena (n=8): avaliação qualitativa de usabilidade, não estatística ampla.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ESZA019 — Visão Computacional · Trabalho Final · Equipe Ctrl+C, Ctrl+V e Fé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DD8E2"/>
                </a:solidFill>
                <a:latin typeface="Calibri"/>
              </a:rP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Conclusão e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Sistema funcional: detecta EPI em tempo real e foi bem avaliado (SUS ≈ 84; 95 sem atípicos).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Calibração de alta qualidade (0,127 px) + YOLOv8 + decisão temporal, no escopo de ambiente simples.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Próximos passos: fine-tuning com imagens próprias, interface gráfica, avaliação parcial de EPI.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 Mais FPS (GPU/modelo leve) e suporte a múltiplas pessoas; extensão com câmera estéreo (Labs 5–6).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ESZA019 — Visão Computacional · Trabalho Final · Equipe Ctrl+C, Ctrl+V e Fé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Demonstração ao vivo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77440" y="3657600"/>
            <a:ext cx="7406640" cy="1005840"/>
          </a:xfrm>
          <a:prstGeom prst="roundRect">
            <a:avLst/>
          </a:prstGeom>
          <a:noFill/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→  Código em execução (webcam / Google Colab)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CDD8E2"/>
                </a:solidFill>
                <a:latin typeface="Calibri"/>
              </a:rPr>
              <a:t>Obrigado!  ·  Equipe Ctrl+C, Ctrl+V e Fé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